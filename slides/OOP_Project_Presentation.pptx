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Management System</a:t>
            </a:r>
          </a:p>
          <a:p>
            <a:r>
              <a:t>MVC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 organizes code using objects and classes.</a:t>
            </a:r>
          </a:p>
          <a:p>
            <a:r>
              <a:t>This project uses MVC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student data management is inefficient.</a:t>
            </a:r>
          </a:p>
          <a:p>
            <a:r>
              <a:t>This system automates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OOP</a:t>
            </a:r>
          </a:p>
          <a:p>
            <a:r>
              <a:t>Use MVC</a:t>
            </a:r>
          </a:p>
          <a:p>
            <a:r>
              <a:t>Manage student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</a:t>
            </a:r>
          </a:p>
          <a:p>
            <a:r>
              <a:t>OOP Concepts</a:t>
            </a:r>
          </a:p>
          <a:p>
            <a:r>
              <a:t>MVC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Data</a:t>
            </a:r>
          </a:p>
          <a:p>
            <a:r>
              <a:t>View: UI</a:t>
            </a:r>
          </a:p>
          <a:p>
            <a:r>
              <a:t>Controller: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</a:t>
            </a:r>
          </a:p>
          <a:p>
            <a:r>
              <a:t>Abstraction</a:t>
            </a:r>
          </a:p>
          <a:p>
            <a:r>
              <a:t>Inheritance</a:t>
            </a:r>
          </a:p>
          <a:p>
            <a:r>
              <a:t>Polymorphism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student</a:t>
            </a:r>
          </a:p>
          <a:p>
            <a:r>
              <a:t>Display student</a:t>
            </a:r>
          </a:p>
          <a:p>
            <a:r>
              <a:t>Simple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</a:t>
            </a:r>
          </a:p>
          <a:p>
            <a:r>
              <a:t>Easy maintenance</a:t>
            </a:r>
          </a:p>
          <a:p>
            <a:r>
              <a:t>Reusable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demonstrates OOP + MVC effectively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